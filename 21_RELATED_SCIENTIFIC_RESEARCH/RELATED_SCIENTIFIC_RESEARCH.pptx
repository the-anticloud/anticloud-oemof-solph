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OEMOF_SOLPH | Category: SOLAR</a:t>
            </a:r>
          </a:p>
          <a:p>
            <a:r>
              <a:rPr sz="1400"/>
              <a:t>Upstream: https://github.com/oemof/oemof-solph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OEMOF_SOLPH.</a:t>
            </a:r>
          </a:p>
          <a:p>
            <a:r>
              <a:rPr sz="1400"/>
              <a:t>Energy system optimization with solar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OEMOF_SOLPH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